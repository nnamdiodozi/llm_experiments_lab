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1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474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346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609600"/>
            <a:ext cx="880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EXPERIMENTS LAB · NEBIUS SERVERLESS AI BUILDERS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1009650"/>
            <a:ext cx="803137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you could pause a language model mid-thought and just... ask it what it is thinking?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2660600"/>
            <a:ext cx="3810000" cy="1288256"/>
          </a:xfrm>
          <a:prstGeom prst="roundRect">
            <a:avLst>
              <a:gd name="adj" fmla="val 985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6075" y="2873276"/>
            <a:ext cx="34004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Textbook mode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6075" y="3149501"/>
            <a:ext cx="3400425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Diagrams, equations, attention math. You can describe what a loss curve should do. You've never actually watched one move.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1851" y="2660600"/>
            <a:ext cx="3810000" cy="1288256"/>
          </a:xfrm>
          <a:prstGeom prst="roundRect">
            <a:avLst>
              <a:gd name="adj" fmla="val 985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09976" y="2873276"/>
            <a:ext cx="34004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mode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9976" y="3149501"/>
            <a:ext cx="3400425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blank Colab cell, a CUDA driver argument, and a GPU bill you didn't plan for — before a single epoch runs.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1763" y="4202757"/>
            <a:ext cx="0" cy="292001"/>
          </a:xfrm>
          <a:prstGeom prst="line">
            <a:avLst/>
          </a:prstGeom>
          <a:noFill/>
          <a:ln w="47625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58726" y="4253508"/>
            <a:ext cx="80348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"For a beginner, the freedom of a notebook can become noise."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7950" y="4697909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There's a big gap between the two. Almost nothing lives in the middle.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47279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28650"/>
            <a:ext cx="472795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Experiments Lab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7950" y="1079450"/>
            <a:ext cx="47279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guided step between theory and unrestricted code.</a:t>
            </a:r>
            <a:endParaRPr lang="en-US" sz="1250" dirty="0"/>
          </a:p>
        </p:txBody>
      </p:sp>
      <p:pic>
        <p:nvPicPr>
          <p:cNvPr id="5" name="Image 0" descr="/tmp/claude-1000/-home-nodozi-projects-NEBIUS-MAR-2026-Nebius-serverless-llm-experiments-lab/c5359c07-1207-4b10-b30c-fa9e048bfd83/scratchpad/pptx/icons/s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0" y="1498402"/>
            <a:ext cx="253901" cy="253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8802" y="1473101"/>
            <a:ext cx="43394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code, just presets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88802" y="1688902"/>
            <a:ext cx="433948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 Transformer, MoE, RNN, High-LR — pick one, tweak sliders, hit Start.</a:t>
            </a:r>
            <a:endParaRPr lang="en-US" sz="1050" dirty="0"/>
          </a:p>
        </p:txBody>
      </p:sp>
      <p:pic>
        <p:nvPicPr>
          <p:cNvPr id="8" name="Image 1" descr="/tmp/claude-1000/-home-nodozi-projects-NEBIUS-MAR-2026-Nebius-serverless-llm-experiments-lab/c5359c07-1207-4b10-b30c-fa9e048bfd83/scratchpad/pptx/icons/pa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50" y="2213074"/>
            <a:ext cx="253901" cy="2539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8802" y="2187773"/>
            <a:ext cx="43394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it and ask what it knows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88802" y="2403574"/>
            <a:ext cx="43394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the partially-trained model mid-run. Resume. Ask again later.</a:t>
            </a:r>
            <a:endParaRPr lang="en-US" sz="1050" dirty="0"/>
          </a:p>
        </p:txBody>
      </p:sp>
      <p:pic>
        <p:nvPicPr>
          <p:cNvPr id="11" name="Image 2" descr="/tmp/claude-1000/-home-nodozi-projects-NEBIUS-MAR-2026-Nebius-serverless-llm-experiments-lab/c5359c07-1207-4b10-b30c-fa9e048bfd83/scratchpad/pptx/icons/insp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50" y="2754511"/>
            <a:ext cx="253901" cy="2539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88802" y="2729210"/>
            <a:ext cx="43394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look inside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888802" y="2945011"/>
            <a:ext cx="43394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maps, Q/K/V, top-k logits — a real Inspector, not a black box.</a:t>
            </a:r>
            <a:endParaRPr lang="en-US" sz="1050" dirty="0"/>
          </a:p>
        </p:txBody>
      </p:sp>
      <p:pic>
        <p:nvPicPr>
          <p:cNvPr id="14" name="Image 3" descr="/tmp/claude-1000/-home-nodozi-projects-NEBIUS-MAR-2026-Nebius-serverless-llm-experiments-lab/c5359c07-1207-4b10-b30c-fa9e048bfd83/scratchpad/pptx/icons/chat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950" y="3295948"/>
            <a:ext cx="253901" cy="25390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88802" y="3270647"/>
            <a:ext cx="43394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chatbot that's read your run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888802" y="3486448"/>
            <a:ext cx="43394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in your config, metrics and logs — not a generic explainer.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7701"/>
            <a:ext cx="89382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1000" y="355402"/>
            <a:ext cx="893826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layers. Zero mystery.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81000" y="733127"/>
            <a:ext cx="2709267" cy="374452"/>
          </a:xfrm>
          <a:prstGeom prst="roundRect">
            <a:avLst>
              <a:gd name="adj" fmla="val 2035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7475" y="825103"/>
            <a:ext cx="751880" cy="190500"/>
          </a:xfrm>
          <a:prstGeom prst="roundRect">
            <a:avLst>
              <a:gd name="adj" fmla="val 26667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3675" y="863203"/>
            <a:ext cx="6114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370856" y="863203"/>
            <a:ext cx="12657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3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Vite, your browser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3217218" y="733127"/>
            <a:ext cx="2709416" cy="374452"/>
          </a:xfrm>
          <a:prstGeom prst="roundRect">
            <a:avLst>
              <a:gd name="adj" fmla="val 2035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53693" y="825103"/>
            <a:ext cx="692051" cy="190500"/>
          </a:xfrm>
          <a:prstGeom prst="roundRect">
            <a:avLst>
              <a:gd name="adj" fmla="val 26667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9893" y="863203"/>
            <a:ext cx="550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47245" y="863203"/>
            <a:ext cx="15361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3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SQLite, your machine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6053584" y="733127"/>
            <a:ext cx="2709416" cy="374452"/>
          </a:xfrm>
          <a:prstGeom prst="roundRect">
            <a:avLst>
              <a:gd name="adj" fmla="val 2035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90059" y="825103"/>
            <a:ext cx="632073" cy="190500"/>
          </a:xfrm>
          <a:prstGeom prst="roundRect">
            <a:avLst>
              <a:gd name="adj" fmla="val 26667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66259" y="863203"/>
            <a:ext cx="4892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923633" y="806053"/>
            <a:ext cx="17369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3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subprocess or Nebius endpoint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917944" y="1574772"/>
            <a:ext cx="4991100" cy="3122116"/>
          </a:xfrm>
          <a:prstGeom prst="roundRect">
            <a:avLst>
              <a:gd name="adj" fmla="val 2441"/>
            </a:avLst>
          </a:prstGeom>
          <a:solidFill>
            <a:srgbClr val="FFFFFF"/>
          </a:solidFill>
          <a:ln/>
          <a:effectLst>
            <a:outerShdw blurRad="114300" dist="40411" dir="2700000" algn="bl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0" descr="/tmp/claude-1000/-home-nodozi-projects-NEBIUS-MAR-2026-Nebius-serverless-llm-experiments-lab/c5359c07-1207-4b10-b30c-fa9e048bfd83/scratchpad/pptx/arch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144" y="1650972"/>
            <a:ext cx="4838700" cy="279201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819850" y="4506389"/>
            <a:ext cx="31871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technical architecture — every component, every connection.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12194" y="1574772"/>
            <a:ext cx="2041475" cy="312033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/>
          <a:effectLst>
            <a:outerShdw blurRad="114300" dist="40411" dir="2700000" algn="bl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1" descr="/tmp/claude-1000/-home-nodozi-projects-NEBIUS-MAR-2026-Nebius-serverless-llm-experiments-lab/c5359c07-1207-4b10-b30c-fa9e048bfd83/scratchpad/pptx/lifecycl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0092" y="1714373"/>
            <a:ext cx="1714500" cy="279023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169504" y="4504603"/>
            <a:ext cx="19268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remote training lifecycle, simplified.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79350"/>
            <a:ext cx="880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488900"/>
            <a:ext cx="880877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engineering bits nobody sees on the loss chart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7950" y="860375"/>
            <a:ext cx="880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actually took to make "pause and prompt" feel instant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81000" y="1209526"/>
            <a:ext cx="2603450" cy="1495723"/>
          </a:xfrm>
          <a:prstGeom prst="roundRect">
            <a:avLst>
              <a:gd name="adj" fmla="val 679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/tmp/claude-1000/-home-nodozi-projects-NEBIUS-MAR-2026-Nebius-serverless-llm-experiments-lab/c5359c07-1207-4b10-b30c-fa9e048bfd83/scratchpad/pptx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371451"/>
            <a:ext cx="241250" cy="2412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2925" y="1727002"/>
            <a:ext cx="2325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Subprocess per run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2925" y="1930152"/>
            <a:ext cx="2325192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9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OS-level parallelism — two runs on one box genuinely use two cores, no fighting Python's GIL.</a:t>
            </a:r>
            <a:endParaRPr lang="en-US" sz="930" dirty="0"/>
          </a:p>
        </p:txBody>
      </p:sp>
      <p:sp>
        <p:nvSpPr>
          <p:cNvPr id="9" name="Text 6"/>
          <p:cNvSpPr/>
          <p:nvPr/>
        </p:nvSpPr>
        <p:spPr>
          <a:xfrm>
            <a:off x="3136850" y="1209526"/>
            <a:ext cx="2603450" cy="1495723"/>
          </a:xfrm>
          <a:prstGeom prst="roundRect">
            <a:avLst>
              <a:gd name="adj" fmla="val 679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1" descr="/tmp/claude-1000/-home-nodozi-projects-NEBIUS-MAR-2026-Nebius-serverless-llm-experiments-lab/c5359c07-1207-4b10-b30c-fa9e048bfd83/scratchpad/pptx/icons/insp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8775" y="1371451"/>
            <a:ext cx="241250" cy="2412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98775" y="1727002"/>
            <a:ext cx="23251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hooks power the Inspector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298775" y="2082552"/>
            <a:ext cx="2325192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9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Shapes, attention, Q/K/V, top-k logits — captured in one clean pass, zero changes to the training code itself.</a:t>
            </a:r>
            <a:endParaRPr lang="en-US" sz="930" dirty="0"/>
          </a:p>
        </p:txBody>
      </p:sp>
      <p:sp>
        <p:nvSpPr>
          <p:cNvPr id="13" name="Text 9"/>
          <p:cNvSpPr/>
          <p:nvPr/>
        </p:nvSpPr>
        <p:spPr>
          <a:xfrm>
            <a:off x="5892701" y="1209526"/>
            <a:ext cx="2603450" cy="1495723"/>
          </a:xfrm>
          <a:prstGeom prst="roundRect">
            <a:avLst>
              <a:gd name="adj" fmla="val 679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2" descr="/tmp/claude-1000/-home-nodozi-projects-NEBIUS-MAR-2026-Nebius-serverless-llm-experiments-lab/c5359c07-1207-4b10-b30c-fa9e048bfd83/scratchpad/pptx/icons/le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4626" y="1371451"/>
            <a:ext cx="241250" cy="2412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54626" y="1727002"/>
            <a:ext cx="2325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auto-stop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054626" y="1930152"/>
            <a:ext cx="2325192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9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naps after ~10 min idle, CPU after ~30. Nobody's left holding a bill for a machine no one's using.</a:t>
            </a:r>
            <a:endParaRPr lang="en-US" sz="930" dirty="0"/>
          </a:p>
        </p:txBody>
      </p:sp>
      <p:sp>
        <p:nvSpPr>
          <p:cNvPr id="17" name="Text 12"/>
          <p:cNvSpPr/>
          <p:nvPr/>
        </p:nvSpPr>
        <p:spPr>
          <a:xfrm>
            <a:off x="381000" y="2857649"/>
            <a:ext cx="2603450" cy="1343323"/>
          </a:xfrm>
          <a:prstGeom prst="roundRect">
            <a:avLst>
              <a:gd name="adj" fmla="val 756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3" descr="/tmp/claude-1000/-home-nodozi-projects-NEBIUS-MAR-2026-Nebius-serverless-llm-experiments-lab/c5359c07-1207-4b10-b30c-fa9e048bfd83/scratchpad/pptx/icons/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3019574"/>
            <a:ext cx="241250" cy="2412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2925" y="3375124"/>
            <a:ext cx="2325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CPU / GPU images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42925" y="3578275"/>
            <a:ext cx="2325192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9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CPU trainer doesn't have to drag CUDA along for a ride it'll never take.</a:t>
            </a:r>
            <a:endParaRPr lang="en-US" sz="930" dirty="0"/>
          </a:p>
        </p:txBody>
      </p:sp>
      <p:sp>
        <p:nvSpPr>
          <p:cNvPr id="21" name="Text 15"/>
          <p:cNvSpPr/>
          <p:nvPr/>
        </p:nvSpPr>
        <p:spPr>
          <a:xfrm>
            <a:off x="3136850" y="2857649"/>
            <a:ext cx="2603450" cy="1343323"/>
          </a:xfrm>
          <a:prstGeom prst="roundRect">
            <a:avLst>
              <a:gd name="adj" fmla="val 756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4" descr="/tmp/claude-1000/-home-nodozi-projects-NEBIUS-MAR-2026-Nebius-serverless-llm-experiments-lab/c5359c07-1207-4b10-b30c-fa9e048bfd83/scratchpad/pptx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8775" y="3019574"/>
            <a:ext cx="241250" cy="2412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298775" y="3375124"/>
            <a:ext cx="2325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 tests, one hard rule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3298775" y="3578275"/>
            <a:ext cx="2325192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9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real bug fix: revert it, watch the test fail, put it back, watch it pass. No exceptions.</a:t>
            </a:r>
            <a:endParaRPr lang="en-US" sz="930" dirty="0"/>
          </a:p>
        </p:txBody>
      </p:sp>
      <p:sp>
        <p:nvSpPr>
          <p:cNvPr id="25" name="Text 18"/>
          <p:cNvSpPr/>
          <p:nvPr/>
        </p:nvSpPr>
        <p:spPr>
          <a:xfrm>
            <a:off x="5892701" y="2857649"/>
            <a:ext cx="2603450" cy="1343323"/>
          </a:xfrm>
          <a:prstGeom prst="roundRect">
            <a:avLst>
              <a:gd name="adj" fmla="val 756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5" descr="/tmp/claude-1000/-home-nodozi-projects-NEBIUS-MAR-2026-Nebius-serverless-llm-experiments-lab/c5359c07-1207-4b10-b30c-fa9e048bfd83/scratchpad/pptx/icons/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4626" y="3019574"/>
            <a:ext cx="241250" cy="24125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054626" y="3375124"/>
            <a:ext cx="2325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public-ready history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6054626" y="3578275"/>
            <a:ext cx="2325192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9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git-history rewrite before open-sourcing — no stray account IDs left for anyone to find.</a:t>
            </a:r>
            <a:endParaRPr lang="en-US" sz="9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880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LEARNINGS &amp; DISCOVERIES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577751"/>
            <a:ext cx="880877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Things that bit us (so they won't bite you)</a:t>
            </a:r>
            <a:endParaRPr lang="en-US" sz="2500" dirty="0"/>
          </a:p>
        </p:txBody>
      </p:sp>
      <p:pic>
        <p:nvPicPr>
          <p:cNvPr id="4" name="Image 0" descr="/tmp/claude-1000/-home-nodozi-projects-NEBIUS-MAR-2026-Nebius-serverless-llm-experiments-lab/c5359c07-1207-4b10-b30c-fa9e048bfd83/scratchpad/pptx/icons/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0" y="1142702"/>
            <a:ext cx="190500" cy="190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5401" y="1117402"/>
            <a:ext cx="730271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"It's provisioning" needs a status bar.</a:t>
            </a: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5-minute cold start looks exactly like broken if the UI doesn't say otherwise.</a:t>
            </a:r>
            <a:endParaRPr lang="en-US" sz="1080" dirty="0"/>
          </a:p>
        </p:txBody>
      </p:sp>
      <p:pic>
        <p:nvPicPr>
          <p:cNvPr id="6" name="Image 1" descr="/tmp/claude-1000/-home-nodozi-projects-NEBIUS-MAR-2026-Nebius-serverless-llm-experiments-lab/c5359c07-1207-4b10-b30c-fa9e048bfd83/scratchpad/pptx/icons/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50" y="1460004"/>
            <a:ext cx="190500" cy="190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5401" y="1434703"/>
            <a:ext cx="7966862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containers don't want CUDA along for the ride.</a:t>
            </a: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Splitting the trainer image in two fixed it — obvious in hindsight, not obvious at 2am.</a:t>
            </a:r>
            <a:endParaRPr lang="en-US" sz="1080" dirty="0"/>
          </a:p>
        </p:txBody>
      </p:sp>
      <p:pic>
        <p:nvPicPr>
          <p:cNvPr id="8" name="Image 2" descr="/tmp/claude-1000/-home-nodozi-projects-NEBIUS-MAR-2026-Nebius-serverless-llm-experiments-lab/c5359c07-1207-4b10-b30c-fa9e048bfd83/scratchpad/pptx/icons/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50" y="1918097"/>
            <a:ext cx="190500" cy="1905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5401" y="1892796"/>
            <a:ext cx="7966862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endpoint is cheap and simple. It's also a ceiling.</a:t>
            </a: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Fine for a demo, needs queuing or hardware tiers before real concurrent users.</a:t>
            </a:r>
            <a:endParaRPr lang="en-US" sz="1080" dirty="0"/>
          </a:p>
        </p:txBody>
      </p:sp>
      <p:pic>
        <p:nvPicPr>
          <p:cNvPr id="12" name="Image 4" descr="/tmp/claude-1000/-home-nodozi-projects-NEBIUS-MAR-2026-Nebius-serverless-llm-experiments-lab/c5359c07-1207-4b10-b30c-fa9e048bfd83/scratchpad/pptx/icons/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950" y="2369203"/>
            <a:ext cx="190500" cy="1905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25401" y="2343903"/>
            <a:ext cx="7966862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absolutely commit your own cloud account IDs to a public repo.</a:t>
            </a: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History can be rewritten after the fact — better to just not.</a:t>
            </a:r>
            <a:endParaRPr lang="en-US" sz="1080" dirty="0"/>
          </a:p>
        </p:txBody>
      </p:sp>
      <p:pic>
        <p:nvPicPr>
          <p:cNvPr id="14" name="Image 5" descr="/tmp/claude-1000/-home-nodozi-projects-NEBIUS-MAR-2026-Nebius-serverless-llm-experiments-lab/c5359c07-1207-4b10-b30c-fa9e048bfd83/scratchpad/pptx/icons/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950" y="2827296"/>
            <a:ext cx="190500" cy="1905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25401" y="2801996"/>
            <a:ext cx="7966862" cy="534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work eats time if it's not your thing.</a:t>
            </a: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Let the coding agent drive it — browser tools, Playwright, the works — and start from a working skeleton before bolting on complexity. We only added the trainer/tensor Inspector once the basic dashboard was solid.</a:t>
            </a:r>
            <a:endParaRPr lang="en-US" sz="1080" dirty="0"/>
          </a:p>
        </p:txBody>
      </p:sp>
      <p:sp>
        <p:nvSpPr>
          <p:cNvPr id="16" name="Shape 8"/>
          <p:cNvSpPr/>
          <p:nvPr/>
        </p:nvSpPr>
        <p:spPr>
          <a:xfrm>
            <a:off x="531763" y="3940373"/>
            <a:ext cx="0" cy="614363"/>
          </a:xfrm>
          <a:prstGeom prst="line">
            <a:avLst/>
          </a:prstGeom>
          <a:noFill/>
          <a:ln w="4762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9"/>
          <p:cNvSpPr/>
          <p:nvPr/>
        </p:nvSpPr>
        <p:spPr>
          <a:xfrm>
            <a:off x="758726" y="4016573"/>
            <a:ext cx="8034870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best way to understand a model is not only to read about it or call its API. It is to change something, predict what will happen, run the experiment, and look inside."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645</Words>
  <Application>Microsoft Office PowerPoint</Application>
  <PresentationFormat>On-screen Show (16:9)</PresentationFormat>
  <Paragraphs>57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Experiments Lab</dc:title>
  <dc:subject>PptxGenJS Presentation</dc:subject>
  <dc:creator>Nnamdi Odozi</dc:creator>
  <cp:lastModifiedBy>Nnamdi Odozi</cp:lastModifiedBy>
  <cp:revision>2</cp:revision>
  <dcterms:created xsi:type="dcterms:W3CDTF">2026-07-14T20:07:24Z</dcterms:created>
  <dcterms:modified xsi:type="dcterms:W3CDTF">2026-07-15T19:10:54Z</dcterms:modified>
</cp:coreProperties>
</file>